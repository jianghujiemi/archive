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1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B6F22-0E41-2968-10E3-DB2853140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474040-0655-0A09-BAE8-CB4FD3208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E61A17-6C77-B672-BBC2-CBC4CE518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53B2-5E4E-4EA2-9525-A3587918617C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608FD9-ACD9-8476-FA49-B62FEC31B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04C7F-514D-D1C4-57BF-4985BBC19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ABB33-A2B6-4DDD-A43D-8CA382C9F8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315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6BD095-5378-9597-AFBE-FBF962830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C33118-CBD3-C51E-F87E-C75047718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CA4A10-DC7C-4471-4C9C-E01B36F94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53B2-5E4E-4EA2-9525-A3587918617C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AFB799-FB00-47A0-11B3-17E4B5A45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B33D8A-9C40-A834-03EB-D91E2D24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ABB33-A2B6-4DDD-A43D-8CA382C9F8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921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49A66-60D9-BCBD-EAC6-CEA5DC3E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AA3907-36A0-A109-98B8-D68B2364B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19C6D6-E691-D491-0C7F-F3CD9BBBA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53B2-5E4E-4EA2-9525-A3587918617C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86A75F-909F-C7CE-6A2C-A9616C8FC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58A5B2-89DC-AAA5-DF13-D3C5B6E7E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ABB33-A2B6-4DDD-A43D-8CA382C9F8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620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90455-DE41-0F87-9EE5-8A8523D1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B36FDE-883A-0C01-B8CC-B730F2259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0C9149-0633-74FE-6F32-58D324790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A62C5D-4C90-C49B-9D44-D86C317C7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53B2-5E4E-4EA2-9525-A3587918617C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D50F42-88B4-2D77-05E6-067E2C1EB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27A958-6785-178B-D40E-D50350D0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ABB33-A2B6-4DDD-A43D-8CA382C9F8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450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8B082-3A1D-A6E0-8894-0F141B95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AD5C49-306C-004B-2EA9-99DE16E3D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AD937C-9A4B-F6BE-B2B0-10392C68F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1D5565-0E8D-4CF6-A3D8-267BED9306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E1DA35F-D169-AFA2-A556-BEB8E72FB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588CE1-E58E-8BB4-B2DD-58CA56247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53B2-5E4E-4EA2-9525-A3587918617C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E937AB-C1F7-D128-5C35-371437B04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587E3F-62C2-54C7-42AF-FD7C1BC1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ABB33-A2B6-4DDD-A43D-8CA382C9F8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230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090B4-68B5-6C29-4C26-B81614EE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FC1A34-6C6E-9E7B-623D-24BA426F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53B2-5E4E-4EA2-9525-A3587918617C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064BD1-1FAF-570F-DD55-93B9D0389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F5050B-4D75-3D1E-09BC-EEE3206AF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ABB33-A2B6-4DDD-A43D-8CA382C9F8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41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DD1455-4FB3-3224-35BB-F9D53FC7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53B2-5E4E-4EA2-9525-A3587918617C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A52E07-5925-6232-FA14-5843EB0C2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3E8355-C4BD-724C-F8A8-82F7CC2C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ABB33-A2B6-4DDD-A43D-8CA382C9F8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468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6F067-FAC1-1DEF-EDED-F8B06761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AEFFAE-8825-AE1D-F6F2-BC293580A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6A39DA-F864-6A01-B779-5E6BC43ED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A27B16-962E-1B5E-6643-8E998299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53B2-5E4E-4EA2-9525-A3587918617C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420A0D-E64D-06C0-A692-1F9BA9D43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89887B-3B52-82FC-8946-236F8309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ABB33-A2B6-4DDD-A43D-8CA382C9F8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43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3D0DDF-362E-3238-106E-72FD42C15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E831AD-3799-BD0A-BC95-1B9C54D304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950AAC-7738-6075-86B1-DDA4ED7AE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91A61B-E6A4-82BE-85DC-45AEC50EC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53B2-5E4E-4EA2-9525-A3587918617C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3114C0-67A4-5958-913F-F0AC6395C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3B91F2-E86A-B81A-894D-DAE1FDCE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ABB33-A2B6-4DDD-A43D-8CA382C9F8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99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ED24D-F265-EBCB-C895-231316902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9700D8-18B0-4080-D8F3-827A76A7A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5B5C54-B2E4-0497-97EB-3BDAC9E5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53B2-5E4E-4EA2-9525-A3587918617C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E220E-6A9E-A2CA-9ED7-5AF5D61DA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23F6C4-AB4B-FA89-DB7E-C85F368C6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ABB33-A2B6-4DDD-A43D-8CA382C9F8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96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FBC251-0324-D04A-3832-5A8B98D33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96CF58-F8CE-7697-9499-0E7ADB378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0845E5-98C5-D1B9-51F8-4BA8E049F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53B2-5E4E-4EA2-9525-A3587918617C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B02ADE-A882-2138-E635-76B1E061D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CAD86-4D4C-9225-5544-9F50624B1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ABB33-A2B6-4DDD-A43D-8CA382C9F8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557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E00E112-8A21-349B-4232-86A3B1C27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8F9581-8E7B-C8F2-149D-5161327BC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8C827F-F305-1B1A-2E32-6F07990882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953B2-5E4E-4EA2-9525-A3587918617C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ABB876-F132-38A8-A680-2838E5352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4E131E-0AB0-BE03-72F9-AA2A4DAE6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ABB33-A2B6-4DDD-A43D-8CA382C9F8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49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webp"/><Relationship Id="rId12" Type="http://schemas.openxmlformats.org/officeDocument/2006/relationships/image" Target="../media/image11.jpeg"/><Relationship Id="rId17" Type="http://schemas.openxmlformats.org/officeDocument/2006/relationships/image" Target="../media/image16.webp"/><Relationship Id="rId2" Type="http://schemas.openxmlformats.org/officeDocument/2006/relationships/image" Target="../media/image1.webp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ebp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DC0F36F-C166-B1FD-E40A-2985595239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5" r="17419"/>
          <a:stretch/>
        </p:blipFill>
        <p:spPr>
          <a:xfrm>
            <a:off x="1305428" y="2465446"/>
            <a:ext cx="735972" cy="663963"/>
          </a:xfrm>
          <a:prstGeom prst="rect">
            <a:avLst/>
          </a:prstGeom>
          <a:ln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84AED0-6D1C-6F3D-058C-DE2B673C7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035" y="2465445"/>
            <a:ext cx="773900" cy="663963"/>
          </a:xfrm>
          <a:prstGeom prst="rect">
            <a:avLst/>
          </a:prstGeom>
          <a:ln>
            <a:noFill/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FBBB9DF-DB44-6A4E-C1D6-C191D45A0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4764" y="2465445"/>
            <a:ext cx="718682" cy="679404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7CE9599-DCB2-1A1A-92CD-2E8A5952A601}"/>
              </a:ext>
            </a:extLst>
          </p:cNvPr>
          <p:cNvSpPr/>
          <p:nvPr/>
        </p:nvSpPr>
        <p:spPr>
          <a:xfrm>
            <a:off x="1231902" y="2358807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42C8F8-8F35-391C-2854-0EEF438B7560}"/>
              </a:ext>
            </a:extLst>
          </p:cNvPr>
          <p:cNvSpPr/>
          <p:nvPr/>
        </p:nvSpPr>
        <p:spPr>
          <a:xfrm>
            <a:off x="1231902" y="3236050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7E543E-6F5A-27E2-434F-CB8303A8423F}"/>
              </a:ext>
            </a:extLst>
          </p:cNvPr>
          <p:cNvSpPr/>
          <p:nvPr/>
        </p:nvSpPr>
        <p:spPr>
          <a:xfrm>
            <a:off x="2114925" y="2358807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1BC866-11E7-F212-F5E8-00831A0CA4A0}"/>
              </a:ext>
            </a:extLst>
          </p:cNvPr>
          <p:cNvSpPr/>
          <p:nvPr/>
        </p:nvSpPr>
        <p:spPr>
          <a:xfrm>
            <a:off x="2114925" y="3236050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DBD18EB-6A66-B30C-C7B2-F80714DC0A3E}"/>
              </a:ext>
            </a:extLst>
          </p:cNvPr>
          <p:cNvSpPr/>
          <p:nvPr/>
        </p:nvSpPr>
        <p:spPr>
          <a:xfrm>
            <a:off x="3001045" y="2358807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329227-46D3-8D86-2F17-D4FE64573353}"/>
              </a:ext>
            </a:extLst>
          </p:cNvPr>
          <p:cNvSpPr/>
          <p:nvPr/>
        </p:nvSpPr>
        <p:spPr>
          <a:xfrm>
            <a:off x="3001045" y="3236050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859F00A-F332-0B4D-102B-DDD65B33018B}"/>
              </a:ext>
            </a:extLst>
          </p:cNvPr>
          <p:cNvSpPr/>
          <p:nvPr/>
        </p:nvSpPr>
        <p:spPr>
          <a:xfrm>
            <a:off x="3884068" y="2358807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0479221-DDA1-8C4D-2EAF-181F66ACC3CC}"/>
              </a:ext>
            </a:extLst>
          </p:cNvPr>
          <p:cNvSpPr/>
          <p:nvPr/>
        </p:nvSpPr>
        <p:spPr>
          <a:xfrm>
            <a:off x="3884068" y="3236050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E1E8E4D-DA73-9FFD-2E73-D69D7332286B}"/>
              </a:ext>
            </a:extLst>
          </p:cNvPr>
          <p:cNvSpPr/>
          <p:nvPr/>
        </p:nvSpPr>
        <p:spPr>
          <a:xfrm>
            <a:off x="4767091" y="2358807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50B8248-87F5-FD86-2BE7-5DE5BFBA674A}"/>
              </a:ext>
            </a:extLst>
          </p:cNvPr>
          <p:cNvSpPr/>
          <p:nvPr/>
        </p:nvSpPr>
        <p:spPr>
          <a:xfrm>
            <a:off x="4767091" y="3236050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ACBD931-29B6-4FD2-60EB-B26F85FABEFD}"/>
              </a:ext>
            </a:extLst>
          </p:cNvPr>
          <p:cNvSpPr/>
          <p:nvPr/>
        </p:nvSpPr>
        <p:spPr>
          <a:xfrm>
            <a:off x="5653211" y="2358807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202F6B2-FFCE-BD49-7BA0-07F6EA2FCBF9}"/>
              </a:ext>
            </a:extLst>
          </p:cNvPr>
          <p:cNvSpPr/>
          <p:nvPr/>
        </p:nvSpPr>
        <p:spPr>
          <a:xfrm>
            <a:off x="5653211" y="3236050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D3C979-5D41-1D8A-2FF0-43248D0F970F}"/>
              </a:ext>
            </a:extLst>
          </p:cNvPr>
          <p:cNvSpPr/>
          <p:nvPr/>
        </p:nvSpPr>
        <p:spPr>
          <a:xfrm>
            <a:off x="6536234" y="2358807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84BC06D-44EC-9EB1-1664-FB84E5B55D3F}"/>
              </a:ext>
            </a:extLst>
          </p:cNvPr>
          <p:cNvSpPr/>
          <p:nvPr/>
        </p:nvSpPr>
        <p:spPr>
          <a:xfrm>
            <a:off x="6536234" y="3236050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0557BBB-8A27-8957-7C16-D318589B82E5}"/>
              </a:ext>
            </a:extLst>
          </p:cNvPr>
          <p:cNvSpPr/>
          <p:nvPr/>
        </p:nvSpPr>
        <p:spPr>
          <a:xfrm>
            <a:off x="7419257" y="2358807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F4DDA38-6F2D-A672-7B39-CFC6C8939EDD}"/>
              </a:ext>
            </a:extLst>
          </p:cNvPr>
          <p:cNvSpPr/>
          <p:nvPr/>
        </p:nvSpPr>
        <p:spPr>
          <a:xfrm>
            <a:off x="7419257" y="3236050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0C0FA77-52C7-19BB-B18F-78740E3F3767}"/>
              </a:ext>
            </a:extLst>
          </p:cNvPr>
          <p:cNvSpPr/>
          <p:nvPr/>
        </p:nvSpPr>
        <p:spPr>
          <a:xfrm>
            <a:off x="8305377" y="2358807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84840F3-053C-79E5-356C-302D98297431}"/>
              </a:ext>
            </a:extLst>
          </p:cNvPr>
          <p:cNvSpPr/>
          <p:nvPr/>
        </p:nvSpPr>
        <p:spPr>
          <a:xfrm>
            <a:off x="8305377" y="3236050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7D39D27-59B6-1A8F-1476-28F32AD4BEFD}"/>
              </a:ext>
            </a:extLst>
          </p:cNvPr>
          <p:cNvSpPr/>
          <p:nvPr/>
        </p:nvSpPr>
        <p:spPr>
          <a:xfrm>
            <a:off x="9188400" y="2358807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632C0CA-F410-0524-54D5-699A58C34701}"/>
              </a:ext>
            </a:extLst>
          </p:cNvPr>
          <p:cNvSpPr/>
          <p:nvPr/>
        </p:nvSpPr>
        <p:spPr>
          <a:xfrm>
            <a:off x="9188400" y="3236050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1CA820D-5231-F5AD-A6AC-B71D8298A15B}"/>
              </a:ext>
            </a:extLst>
          </p:cNvPr>
          <p:cNvSpPr/>
          <p:nvPr/>
        </p:nvSpPr>
        <p:spPr>
          <a:xfrm>
            <a:off x="10071423" y="2358807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24095FE-B5B0-F1A5-C77E-B59400B1470F}"/>
              </a:ext>
            </a:extLst>
          </p:cNvPr>
          <p:cNvSpPr/>
          <p:nvPr/>
        </p:nvSpPr>
        <p:spPr>
          <a:xfrm>
            <a:off x="10071423" y="3236050"/>
            <a:ext cx="886120" cy="87724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D81FD001-A864-B68C-7B75-08461C7D14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407" y="2465445"/>
            <a:ext cx="690965" cy="690965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2A2CDE60-F949-09B5-2E2C-D7BFF09D3A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916" y="2444939"/>
            <a:ext cx="711471" cy="711471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09968371-7CDE-F543-FFA9-C609D5F07E8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53" t="17627" r="15340" b="17393"/>
          <a:stretch/>
        </p:blipFill>
        <p:spPr>
          <a:xfrm>
            <a:off x="5798176" y="2491450"/>
            <a:ext cx="640329" cy="653399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A501A83C-3F8D-FFED-D2F3-56D4D5A818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7060" y="2459658"/>
            <a:ext cx="702180" cy="669750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7C92E2B7-0A18-1B43-5B17-3EDE508B99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8791" y="2444939"/>
            <a:ext cx="747052" cy="722052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1DDE1B79-5176-AEE2-1E67-FF81ED29C5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8482" y="2417478"/>
            <a:ext cx="799909" cy="775338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D6C1B93C-8A10-2E47-0B55-7F96379F6B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02918" y="2491450"/>
            <a:ext cx="823129" cy="727371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6B0C3AE8-A01D-E6E9-604B-394061AB4CB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981" y="2407495"/>
            <a:ext cx="652958" cy="795303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AF999F98-6287-BDEA-D8E0-377AE591BDF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035" y="3307584"/>
            <a:ext cx="697668" cy="699067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414CAB20-D2C3-67F6-A323-A192024AD9C1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8" t="9759" r="10917" b="9691"/>
          <a:stretch/>
        </p:blipFill>
        <p:spPr>
          <a:xfrm>
            <a:off x="1305428" y="3307583"/>
            <a:ext cx="685412" cy="699067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4AF4BE22-1F4E-EB01-DEE9-2BE07EF67F05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9726"/>
          <a:stretch/>
        </p:blipFill>
        <p:spPr>
          <a:xfrm>
            <a:off x="3078303" y="3385875"/>
            <a:ext cx="731604" cy="577592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FE8CE4D5-58C0-0251-6F57-EF68CDD1378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04598" y="3356837"/>
            <a:ext cx="666582" cy="635668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E9DF5867-5122-249E-8F9E-3E44FC40929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428" y="3302925"/>
            <a:ext cx="743492" cy="743492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F8E1A8B9-37D6-426F-1F93-7FCCE03ACDB7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r="11531"/>
          <a:stretch/>
        </p:blipFill>
        <p:spPr>
          <a:xfrm>
            <a:off x="6683065" y="3315690"/>
            <a:ext cx="534858" cy="713848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20A477B6-86D0-D327-9644-B377700CA2F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80283" y="3312118"/>
            <a:ext cx="764068" cy="717420"/>
          </a:xfrm>
          <a:prstGeom prst="rect">
            <a:avLst/>
          </a:prstGeom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CEAE7DE6-652C-F15E-F0F7-288C8323784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63306" y="3302925"/>
            <a:ext cx="760971" cy="762963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043595A2-1489-5031-6A4A-A3F66D69956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45596" y="3335109"/>
            <a:ext cx="743492" cy="671541"/>
          </a:xfrm>
          <a:prstGeom prst="rect">
            <a:avLst/>
          </a:prstGeom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087ECE1A-F88F-19C3-2285-228639E70D8A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l="8545"/>
          <a:stretch/>
        </p:blipFill>
        <p:spPr>
          <a:xfrm>
            <a:off x="9280301" y="3335109"/>
            <a:ext cx="699222" cy="675167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359659A5-15B5-9509-2BF1-757ED30F775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15901" y="3312118"/>
            <a:ext cx="609300" cy="70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366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yhhhh</dc:creator>
  <cp:lastModifiedBy>浩 杨</cp:lastModifiedBy>
  <cp:revision>5</cp:revision>
  <dcterms:created xsi:type="dcterms:W3CDTF">2024-02-15T19:23:51Z</dcterms:created>
  <dcterms:modified xsi:type="dcterms:W3CDTF">2024-02-24T22:09:51Z</dcterms:modified>
</cp:coreProperties>
</file>